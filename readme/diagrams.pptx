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8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629C-2A0A-4C10-A30D-E044D7728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95095-C390-46B8-A2EE-0D97595A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49829-429B-46CE-B185-AD07E5C3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7C3FC-564A-44E0-94CD-130488FB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31BF-D5C7-429C-A94B-793F69A3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66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414F6-AF24-4DD8-B2A2-798EFB09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3B72-04F7-49E4-AA4A-76FBBD786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9DAC0-B0CB-4663-AC86-E43D0596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A43C0-A055-42FB-9FF5-D8C23D94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3E3EF-F4AA-40AF-B404-53C3B591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54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9B9C-BFC4-4B55-B2DA-50856B31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F93EB-3297-4A54-B50C-86B81EAA8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99AAB-B889-457F-B584-4D180F84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F333A-930D-49E9-8572-30F40162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89CBD-2A2E-4DE4-8C88-2B320761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55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B118-FEEB-427B-BEEC-06064157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1585-DE9A-4F5E-A349-8AE2C345B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1572E-D3E6-469B-B316-342742B59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D4A61-451E-437A-ADEE-9C8DA885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94EAF-7BFD-4E85-AEE6-B28859E1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DD0D5-4864-4922-818B-F943B098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35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6B80-64DE-43B4-B402-E282163F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6C7BE-101C-4101-8191-665E9CF72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A2DE0-680C-421D-91D9-2D93E2878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F43F0-347C-48B0-B9F9-724B89CB0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D6E7A-96A7-48FA-897E-DFAA9AAD3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2F2C0-E218-43B9-9F61-6E1B9761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81CE06-4C3D-4715-93A9-D0B27BF3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B2A46-3BD2-445F-A948-4A0E82CE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48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4F10-B1D5-4226-8657-733DE40F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4CAA7-5228-4308-9FB9-0386DBF9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4BC5C-7385-40BF-9A8F-3A6DE8605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22032-2D83-4036-878F-4AE39E14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97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4477E-99E1-4F3F-BADB-A078BDDA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F6F39B-DC8B-43BA-AA91-C16A8EEB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8EC71-34AB-4CA0-BAD6-318571B5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62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CE00-9E16-4EC4-8A4E-4D3ACCE6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3E25C-D0D5-4EA7-A685-63225A011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8A468-D162-46F0-A639-B29B631B0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3029C-A717-43EF-9E78-A08A17AD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5A390-3207-4EDE-A61B-A7ED654E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714A-CE3F-449B-9C0A-C4DFBEC7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98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FE06-6E7D-4F36-8A95-D3EF4356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DAFE06-0F30-417D-9061-45ED5DD90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802E9-8A61-48F3-B020-C2B9E8C73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EAB05-D4E2-49E8-B20E-AF506734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5596A-1214-47C2-AD66-9479BBEA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D335E-6444-4731-8929-F12969F8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384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1C8F-8F0C-40C4-9E78-D556240B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D2C85-1E16-4BF7-85CA-F94D166F9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3ABAB-CD10-4206-9448-2999F212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29F3A-A533-48FE-9816-97A2D82F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3EC1A-007C-42D4-B6F9-C84E0299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29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645BB-909F-4063-AC35-C51838B92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824CE-F77A-4C99-8D71-B92E5F38A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73BCC-BBB7-492C-88D9-31B9AEC1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CCA19-D821-4486-9B79-9D16C7E7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67E0-3DF8-4D13-B16B-C52619E3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46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C06B75-B5CD-4B5E-93CC-C69F9350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7784B-BCEC-4A2E-B9DD-C381C6BF3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5994-04A8-4237-90C2-F46640E88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63101-F1DD-46A8-8687-A29447C91FE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EB96-F056-4A9E-921B-F4AF33DE9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D441E-E8D1-49F4-AAEF-0079EBE1A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11761-C359-442E-97E3-A796F9D2F0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94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2C1CEE-938F-4EDA-A528-7DBEF37662F5}"/>
              </a:ext>
            </a:extLst>
          </p:cNvPr>
          <p:cNvSpPr/>
          <p:nvPr/>
        </p:nvSpPr>
        <p:spPr>
          <a:xfrm>
            <a:off x="1543793" y="765958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Client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7B406-4019-49BA-8A31-33DF68F7DAC2}"/>
              </a:ext>
            </a:extLst>
          </p:cNvPr>
          <p:cNvSpPr/>
          <p:nvPr/>
        </p:nvSpPr>
        <p:spPr>
          <a:xfrm>
            <a:off x="9694225" y="765957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Server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608F8-B3A2-44BE-BA8C-C5B784089648}"/>
              </a:ext>
            </a:extLst>
          </p:cNvPr>
          <p:cNvCxnSpPr/>
          <p:nvPr/>
        </p:nvCxnSpPr>
        <p:spPr>
          <a:xfrm>
            <a:off x="2107871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9AC3B4-E823-41B4-B156-56A18CA70992}"/>
              </a:ext>
            </a:extLst>
          </p:cNvPr>
          <p:cNvCxnSpPr/>
          <p:nvPr/>
        </p:nvCxnSpPr>
        <p:spPr>
          <a:xfrm>
            <a:off x="10276116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9674E8-D6A8-4D1E-B38D-15656F9CA3A2}"/>
              </a:ext>
            </a:extLst>
          </p:cNvPr>
          <p:cNvCxnSpPr>
            <a:cxnSpLocks/>
          </p:cNvCxnSpPr>
          <p:nvPr/>
        </p:nvCxnSpPr>
        <p:spPr>
          <a:xfrm flipH="1">
            <a:off x="2107871" y="1810987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2F3EDD4-C05E-456E-87CD-3AF0B7A905D2}"/>
              </a:ext>
            </a:extLst>
          </p:cNvPr>
          <p:cNvSpPr/>
          <p:nvPr/>
        </p:nvSpPr>
        <p:spPr>
          <a:xfrm>
            <a:off x="5246915" y="1573480"/>
            <a:ext cx="1698170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Server public key</a:t>
            </a: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E542D7-10DD-4E08-A909-AC730DD3D089}"/>
              </a:ext>
            </a:extLst>
          </p:cNvPr>
          <p:cNvCxnSpPr>
            <a:cxnSpLocks/>
          </p:cNvCxnSpPr>
          <p:nvPr/>
        </p:nvCxnSpPr>
        <p:spPr>
          <a:xfrm>
            <a:off x="2107871" y="2479964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2E313-3CFF-4FEB-BA85-4530FCFD68AE}"/>
              </a:ext>
            </a:extLst>
          </p:cNvPr>
          <p:cNvSpPr/>
          <p:nvPr/>
        </p:nvSpPr>
        <p:spPr>
          <a:xfrm>
            <a:off x="5403274" y="2242457"/>
            <a:ext cx="1385452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Client public key</a:t>
            </a: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4CA6C8-7B44-4CC0-BA33-114BE0C61246}"/>
              </a:ext>
            </a:extLst>
          </p:cNvPr>
          <p:cNvCxnSpPr>
            <a:cxnSpLocks/>
          </p:cNvCxnSpPr>
          <p:nvPr/>
        </p:nvCxnSpPr>
        <p:spPr>
          <a:xfrm>
            <a:off x="2107871" y="3049979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32575-5EFE-4812-8554-4516154A5420}"/>
              </a:ext>
            </a:extLst>
          </p:cNvPr>
          <p:cNvSpPr/>
          <p:nvPr/>
        </p:nvSpPr>
        <p:spPr>
          <a:xfrm>
            <a:off x="5403274" y="2812472"/>
            <a:ext cx="1385452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Player credentials</a:t>
            </a: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2DD34B-B0E7-44E9-98A0-6C4C3DF613F2}"/>
              </a:ext>
            </a:extLst>
          </p:cNvPr>
          <p:cNvCxnSpPr>
            <a:cxnSpLocks/>
          </p:cNvCxnSpPr>
          <p:nvPr/>
        </p:nvCxnSpPr>
        <p:spPr>
          <a:xfrm flipH="1">
            <a:off x="2107871" y="3671454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3D0FA7B-3676-4A08-8015-85C88AB97462}"/>
              </a:ext>
            </a:extLst>
          </p:cNvPr>
          <p:cNvSpPr/>
          <p:nvPr/>
        </p:nvSpPr>
        <p:spPr>
          <a:xfrm>
            <a:off x="5246915" y="3433947"/>
            <a:ext cx="1698170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Authorization result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D2121E-2BDA-477D-9B53-52D5320D30F9}"/>
              </a:ext>
            </a:extLst>
          </p:cNvPr>
          <p:cNvSpPr/>
          <p:nvPr/>
        </p:nvSpPr>
        <p:spPr>
          <a:xfrm>
            <a:off x="4557156" y="100942"/>
            <a:ext cx="3077688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Connection diagram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FFB055-FC9E-4357-8ED1-1CA52298E720}"/>
              </a:ext>
            </a:extLst>
          </p:cNvPr>
          <p:cNvCxnSpPr>
            <a:cxnSpLocks/>
          </p:cNvCxnSpPr>
          <p:nvPr/>
        </p:nvCxnSpPr>
        <p:spPr>
          <a:xfrm flipH="1">
            <a:off x="2107871" y="348936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63C9F28-354B-4C8E-9C2D-03669D0CD4B1}"/>
              </a:ext>
            </a:extLst>
          </p:cNvPr>
          <p:cNvCxnSpPr>
            <a:cxnSpLocks/>
          </p:cNvCxnSpPr>
          <p:nvPr/>
        </p:nvCxnSpPr>
        <p:spPr>
          <a:xfrm>
            <a:off x="2107871" y="290747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7054E0B-4E70-44C2-999A-088E9786A997}"/>
              </a:ext>
            </a:extLst>
          </p:cNvPr>
          <p:cNvSpPr/>
          <p:nvPr/>
        </p:nvSpPr>
        <p:spPr>
          <a:xfrm>
            <a:off x="5142512" y="2669968"/>
            <a:ext cx="2098963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Performance test request</a:t>
            </a:r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5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CFE6BA-7967-4A8F-9950-10CABE21256E}"/>
              </a:ext>
            </a:extLst>
          </p:cNvPr>
          <p:cNvCxnSpPr>
            <a:cxnSpLocks/>
          </p:cNvCxnSpPr>
          <p:nvPr/>
        </p:nvCxnSpPr>
        <p:spPr>
          <a:xfrm flipH="1">
            <a:off x="2107871" y="2329542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A2C1CEE-938F-4EDA-A528-7DBEF37662F5}"/>
              </a:ext>
            </a:extLst>
          </p:cNvPr>
          <p:cNvSpPr/>
          <p:nvPr/>
        </p:nvSpPr>
        <p:spPr>
          <a:xfrm>
            <a:off x="1543793" y="765958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Client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7B406-4019-49BA-8A31-33DF68F7DAC2}"/>
              </a:ext>
            </a:extLst>
          </p:cNvPr>
          <p:cNvSpPr/>
          <p:nvPr/>
        </p:nvSpPr>
        <p:spPr>
          <a:xfrm>
            <a:off x="9694225" y="765957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Server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608F8-B3A2-44BE-BA8C-C5B784089648}"/>
              </a:ext>
            </a:extLst>
          </p:cNvPr>
          <p:cNvCxnSpPr/>
          <p:nvPr/>
        </p:nvCxnSpPr>
        <p:spPr>
          <a:xfrm>
            <a:off x="2107871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9AC3B4-E823-41B4-B156-56A18CA70992}"/>
              </a:ext>
            </a:extLst>
          </p:cNvPr>
          <p:cNvCxnSpPr/>
          <p:nvPr/>
        </p:nvCxnSpPr>
        <p:spPr>
          <a:xfrm>
            <a:off x="10276116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E542D7-10DD-4E08-A909-AC730DD3D089}"/>
              </a:ext>
            </a:extLst>
          </p:cNvPr>
          <p:cNvCxnSpPr>
            <a:cxnSpLocks/>
          </p:cNvCxnSpPr>
          <p:nvPr/>
        </p:nvCxnSpPr>
        <p:spPr>
          <a:xfrm>
            <a:off x="2107871" y="176744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2E313-3CFF-4FEB-BA85-4530FCFD68AE}"/>
              </a:ext>
            </a:extLst>
          </p:cNvPr>
          <p:cNvSpPr/>
          <p:nvPr/>
        </p:nvSpPr>
        <p:spPr>
          <a:xfrm>
            <a:off x="5403274" y="1529938"/>
            <a:ext cx="1385452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Score request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32575-5EFE-4812-8554-4516154A5420}"/>
              </a:ext>
            </a:extLst>
          </p:cNvPr>
          <p:cNvSpPr/>
          <p:nvPr/>
        </p:nvSpPr>
        <p:spPr>
          <a:xfrm>
            <a:off x="5403274" y="2099953"/>
            <a:ext cx="1385452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Score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D2121E-2BDA-477D-9B53-52D5320D30F9}"/>
              </a:ext>
            </a:extLst>
          </p:cNvPr>
          <p:cNvSpPr/>
          <p:nvPr/>
        </p:nvSpPr>
        <p:spPr>
          <a:xfrm>
            <a:off x="4557156" y="100942"/>
            <a:ext cx="3077688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Score request diagram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37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74F767-4167-4FC3-B1C2-67C71526516F}"/>
              </a:ext>
            </a:extLst>
          </p:cNvPr>
          <p:cNvCxnSpPr>
            <a:cxnSpLocks/>
          </p:cNvCxnSpPr>
          <p:nvPr/>
        </p:nvCxnSpPr>
        <p:spPr>
          <a:xfrm flipH="1">
            <a:off x="2107871" y="2353293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A2C1CEE-938F-4EDA-A528-7DBEF37662F5}"/>
              </a:ext>
            </a:extLst>
          </p:cNvPr>
          <p:cNvSpPr/>
          <p:nvPr/>
        </p:nvSpPr>
        <p:spPr>
          <a:xfrm>
            <a:off x="1543793" y="765958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Client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7B406-4019-49BA-8A31-33DF68F7DAC2}"/>
              </a:ext>
            </a:extLst>
          </p:cNvPr>
          <p:cNvSpPr/>
          <p:nvPr/>
        </p:nvSpPr>
        <p:spPr>
          <a:xfrm>
            <a:off x="9694225" y="765957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Server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608F8-B3A2-44BE-BA8C-C5B784089648}"/>
              </a:ext>
            </a:extLst>
          </p:cNvPr>
          <p:cNvCxnSpPr/>
          <p:nvPr/>
        </p:nvCxnSpPr>
        <p:spPr>
          <a:xfrm>
            <a:off x="2107871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9AC3B4-E823-41B4-B156-56A18CA70992}"/>
              </a:ext>
            </a:extLst>
          </p:cNvPr>
          <p:cNvCxnSpPr/>
          <p:nvPr/>
        </p:nvCxnSpPr>
        <p:spPr>
          <a:xfrm>
            <a:off x="10276116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E542D7-10DD-4E08-A909-AC730DD3D089}"/>
              </a:ext>
            </a:extLst>
          </p:cNvPr>
          <p:cNvCxnSpPr>
            <a:cxnSpLocks/>
          </p:cNvCxnSpPr>
          <p:nvPr/>
        </p:nvCxnSpPr>
        <p:spPr>
          <a:xfrm>
            <a:off x="2107871" y="176744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2E313-3CFF-4FEB-BA85-4530FCFD68AE}"/>
              </a:ext>
            </a:extLst>
          </p:cNvPr>
          <p:cNvSpPr/>
          <p:nvPr/>
        </p:nvSpPr>
        <p:spPr>
          <a:xfrm>
            <a:off x="5349834" y="1529938"/>
            <a:ext cx="1492331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Player move request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32575-5EFE-4812-8554-4516154A5420}"/>
              </a:ext>
            </a:extLst>
          </p:cNvPr>
          <p:cNvSpPr/>
          <p:nvPr/>
        </p:nvSpPr>
        <p:spPr>
          <a:xfrm>
            <a:off x="5403274" y="2099953"/>
            <a:ext cx="1385452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Server move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D2121E-2BDA-477D-9B53-52D5320D30F9}"/>
              </a:ext>
            </a:extLst>
          </p:cNvPr>
          <p:cNvSpPr/>
          <p:nvPr/>
        </p:nvSpPr>
        <p:spPr>
          <a:xfrm>
            <a:off x="4557156" y="100942"/>
            <a:ext cx="3077688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Game move diagram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07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3BAE42-577B-4546-A970-888F849E42E9}"/>
              </a:ext>
            </a:extLst>
          </p:cNvPr>
          <p:cNvCxnSpPr>
            <a:cxnSpLocks/>
          </p:cNvCxnSpPr>
          <p:nvPr/>
        </p:nvCxnSpPr>
        <p:spPr>
          <a:xfrm flipH="1">
            <a:off x="2107871" y="2353293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A2C1CEE-938F-4EDA-A528-7DBEF37662F5}"/>
              </a:ext>
            </a:extLst>
          </p:cNvPr>
          <p:cNvSpPr/>
          <p:nvPr/>
        </p:nvSpPr>
        <p:spPr>
          <a:xfrm>
            <a:off x="1543793" y="765958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Client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7B406-4019-49BA-8A31-33DF68F7DAC2}"/>
              </a:ext>
            </a:extLst>
          </p:cNvPr>
          <p:cNvSpPr/>
          <p:nvPr/>
        </p:nvSpPr>
        <p:spPr>
          <a:xfrm>
            <a:off x="9694225" y="765957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Server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608F8-B3A2-44BE-BA8C-C5B784089648}"/>
              </a:ext>
            </a:extLst>
          </p:cNvPr>
          <p:cNvCxnSpPr/>
          <p:nvPr/>
        </p:nvCxnSpPr>
        <p:spPr>
          <a:xfrm>
            <a:off x="2107871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9AC3B4-E823-41B4-B156-56A18CA70992}"/>
              </a:ext>
            </a:extLst>
          </p:cNvPr>
          <p:cNvCxnSpPr/>
          <p:nvPr/>
        </p:nvCxnSpPr>
        <p:spPr>
          <a:xfrm>
            <a:off x="10276116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E542D7-10DD-4E08-A909-AC730DD3D089}"/>
              </a:ext>
            </a:extLst>
          </p:cNvPr>
          <p:cNvCxnSpPr>
            <a:cxnSpLocks/>
          </p:cNvCxnSpPr>
          <p:nvPr/>
        </p:nvCxnSpPr>
        <p:spPr>
          <a:xfrm>
            <a:off x="2107871" y="176744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2E313-3CFF-4FEB-BA85-4530FCFD68AE}"/>
              </a:ext>
            </a:extLst>
          </p:cNvPr>
          <p:cNvSpPr/>
          <p:nvPr/>
        </p:nvSpPr>
        <p:spPr>
          <a:xfrm>
            <a:off x="5293426" y="1529938"/>
            <a:ext cx="1605147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Move history request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32575-5EFE-4812-8554-4516154A5420}"/>
              </a:ext>
            </a:extLst>
          </p:cNvPr>
          <p:cNvSpPr/>
          <p:nvPr/>
        </p:nvSpPr>
        <p:spPr>
          <a:xfrm>
            <a:off x="5403274" y="2099953"/>
            <a:ext cx="1385452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Move history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D2121E-2BDA-477D-9B53-52D5320D30F9}"/>
              </a:ext>
            </a:extLst>
          </p:cNvPr>
          <p:cNvSpPr/>
          <p:nvPr/>
        </p:nvSpPr>
        <p:spPr>
          <a:xfrm>
            <a:off x="4557156" y="100942"/>
            <a:ext cx="3077688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Move history request diagram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169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999ECD-5764-4CC5-A0FE-4F0C5ACF7AF8}"/>
              </a:ext>
            </a:extLst>
          </p:cNvPr>
          <p:cNvCxnSpPr>
            <a:cxnSpLocks/>
          </p:cNvCxnSpPr>
          <p:nvPr/>
        </p:nvCxnSpPr>
        <p:spPr>
          <a:xfrm flipH="1">
            <a:off x="2107871" y="348936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2D5C30-A7E0-480D-8DD1-8B3AE0B3A373}"/>
              </a:ext>
            </a:extLst>
          </p:cNvPr>
          <p:cNvCxnSpPr>
            <a:cxnSpLocks/>
          </p:cNvCxnSpPr>
          <p:nvPr/>
        </p:nvCxnSpPr>
        <p:spPr>
          <a:xfrm flipH="1">
            <a:off x="2107871" y="2339438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A2C1CEE-938F-4EDA-A528-7DBEF37662F5}"/>
              </a:ext>
            </a:extLst>
          </p:cNvPr>
          <p:cNvSpPr/>
          <p:nvPr/>
        </p:nvSpPr>
        <p:spPr>
          <a:xfrm>
            <a:off x="1543793" y="765958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Client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7B406-4019-49BA-8A31-33DF68F7DAC2}"/>
              </a:ext>
            </a:extLst>
          </p:cNvPr>
          <p:cNvSpPr/>
          <p:nvPr/>
        </p:nvSpPr>
        <p:spPr>
          <a:xfrm>
            <a:off x="9694225" y="765957"/>
            <a:ext cx="1163782" cy="4750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Server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608F8-B3A2-44BE-BA8C-C5B784089648}"/>
              </a:ext>
            </a:extLst>
          </p:cNvPr>
          <p:cNvCxnSpPr/>
          <p:nvPr/>
        </p:nvCxnSpPr>
        <p:spPr>
          <a:xfrm>
            <a:off x="2107871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9AC3B4-E823-41B4-B156-56A18CA70992}"/>
              </a:ext>
            </a:extLst>
          </p:cNvPr>
          <p:cNvCxnSpPr/>
          <p:nvPr/>
        </p:nvCxnSpPr>
        <p:spPr>
          <a:xfrm>
            <a:off x="10276116" y="1240970"/>
            <a:ext cx="0" cy="4667002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E542D7-10DD-4E08-A909-AC730DD3D089}"/>
              </a:ext>
            </a:extLst>
          </p:cNvPr>
          <p:cNvCxnSpPr>
            <a:cxnSpLocks/>
          </p:cNvCxnSpPr>
          <p:nvPr/>
        </p:nvCxnSpPr>
        <p:spPr>
          <a:xfrm>
            <a:off x="2107871" y="176744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2E313-3CFF-4FEB-BA85-4530FCFD68AE}"/>
              </a:ext>
            </a:extLst>
          </p:cNvPr>
          <p:cNvSpPr/>
          <p:nvPr/>
        </p:nvSpPr>
        <p:spPr>
          <a:xfrm>
            <a:off x="5142512" y="1529938"/>
            <a:ext cx="2098963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Performance test request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32575-5EFE-4812-8554-4516154A5420}"/>
              </a:ext>
            </a:extLst>
          </p:cNvPr>
          <p:cNvSpPr/>
          <p:nvPr/>
        </p:nvSpPr>
        <p:spPr>
          <a:xfrm>
            <a:off x="5310251" y="2099953"/>
            <a:ext cx="1763484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Performance test reply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D2121E-2BDA-477D-9B53-52D5320D30F9}"/>
              </a:ext>
            </a:extLst>
          </p:cNvPr>
          <p:cNvSpPr/>
          <p:nvPr/>
        </p:nvSpPr>
        <p:spPr>
          <a:xfrm>
            <a:off x="4557156" y="100942"/>
            <a:ext cx="3077688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Performance test diagram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65CC3D-D3B6-41FC-8F77-1A0F291CB445}"/>
              </a:ext>
            </a:extLst>
          </p:cNvPr>
          <p:cNvCxnSpPr>
            <a:cxnSpLocks/>
          </p:cNvCxnSpPr>
          <p:nvPr/>
        </p:nvCxnSpPr>
        <p:spPr>
          <a:xfrm>
            <a:off x="2107871" y="2907475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993B518-534F-4082-B84F-0379F845EBAB}"/>
              </a:ext>
            </a:extLst>
          </p:cNvPr>
          <p:cNvSpPr/>
          <p:nvPr/>
        </p:nvSpPr>
        <p:spPr>
          <a:xfrm>
            <a:off x="5142512" y="2669968"/>
            <a:ext cx="2098963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Performance test request</a:t>
            </a: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24FDDD-26EF-4B5E-B673-644936052E9A}"/>
              </a:ext>
            </a:extLst>
          </p:cNvPr>
          <p:cNvSpPr/>
          <p:nvPr/>
        </p:nvSpPr>
        <p:spPr>
          <a:xfrm>
            <a:off x="5310251" y="3239983"/>
            <a:ext cx="1763484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Performance test reply</a:t>
            </a: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ACFAFF-B7C3-435F-B1A9-F793F779518F}"/>
              </a:ext>
            </a:extLst>
          </p:cNvPr>
          <p:cNvCxnSpPr>
            <a:cxnSpLocks/>
          </p:cNvCxnSpPr>
          <p:nvPr/>
        </p:nvCxnSpPr>
        <p:spPr>
          <a:xfrm flipH="1">
            <a:off x="2107871" y="4110840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7B31E4-6602-4D8D-BDBB-348BB4D5DFAF}"/>
              </a:ext>
            </a:extLst>
          </p:cNvPr>
          <p:cNvCxnSpPr>
            <a:cxnSpLocks/>
          </p:cNvCxnSpPr>
          <p:nvPr/>
        </p:nvCxnSpPr>
        <p:spPr>
          <a:xfrm>
            <a:off x="2107871" y="4033651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B56531D-9079-4E09-B3E3-55862EFC77E9}"/>
              </a:ext>
            </a:extLst>
          </p:cNvPr>
          <p:cNvSpPr/>
          <p:nvPr/>
        </p:nvSpPr>
        <p:spPr>
          <a:xfrm>
            <a:off x="5799120" y="3796144"/>
            <a:ext cx="785746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...</a:t>
            </a:r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C51F55-50D5-4479-A3F0-49A242D128A1}"/>
              </a:ext>
            </a:extLst>
          </p:cNvPr>
          <p:cNvCxnSpPr>
            <a:cxnSpLocks/>
          </p:cNvCxnSpPr>
          <p:nvPr/>
        </p:nvCxnSpPr>
        <p:spPr>
          <a:xfrm flipH="1">
            <a:off x="2107871" y="5328061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D829D4-2770-475C-AC57-1FCFDF715675}"/>
              </a:ext>
            </a:extLst>
          </p:cNvPr>
          <p:cNvCxnSpPr>
            <a:cxnSpLocks/>
          </p:cNvCxnSpPr>
          <p:nvPr/>
        </p:nvCxnSpPr>
        <p:spPr>
          <a:xfrm>
            <a:off x="2107871" y="4746171"/>
            <a:ext cx="81682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41DE447-952C-46B0-BF9D-B5EF85CF5D14}"/>
              </a:ext>
            </a:extLst>
          </p:cNvPr>
          <p:cNvSpPr/>
          <p:nvPr/>
        </p:nvSpPr>
        <p:spPr>
          <a:xfrm>
            <a:off x="5142512" y="4508664"/>
            <a:ext cx="2098963" cy="47501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Performance test request</a:t>
            </a:r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6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smok1e</dc:creator>
  <cp:lastModifiedBy>smok1e</cp:lastModifiedBy>
  <cp:revision>3</cp:revision>
  <dcterms:created xsi:type="dcterms:W3CDTF">2026-06-03T16:15:46Z</dcterms:created>
  <dcterms:modified xsi:type="dcterms:W3CDTF">2026-06-03T16:25:20Z</dcterms:modified>
</cp:coreProperties>
</file>